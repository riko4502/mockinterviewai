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Вводный слайд: что за продукт, для кого и из чего он состоит. Дальше — проблема, решение, архитектура и план этапов.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Боли трёх групп: цена, отсутствие пары, отсутствие результата. Именно они определяют функционал.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Обе аудитории работают на одном ядре: сессии, real-time редактор, оценки. Различаются только сценарии входа.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блоков — ядро продукта. Внизу — поддерживающие возможности, которые их обслуживают.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пользователя целиком. Подчёркиваем: результат фиксируется в истории, а не теряется после звонка.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Клиенты — Next.js. Ядро бизнес-логики — NestJS. Нагрузочные части — два Go-сервиса. Интеграции вынесены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технологических кластера. Общая инфраструктура и общие пакеты — то, что удерживает монолит и Go-сервисы в одном контракте.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realtime-слой спроектирован под масштабирование и отзыв доступа, а запуск кода изолирован от остальной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Цепочка кодогенерации — главный инструмент против расхождения контрактов между NestJS и Next.js.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дают ощущение объёма: 8 приложений, два языка, 16 модулей домена и 32 миграции.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этапа: фундамент, real-time, продуктовая логика, качество и запуск. Этапы 1–3 уже отражены в кодовой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слайд: что делаем дальше и в чём суть продукта одной фразой.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  ·  ОБЗОР ПРОЕКТА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813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MockInterviewAI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87168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 технических и мок-интервью в реальном времени: общий редактор кода, видеосвязь, подсказки ИИ и обратная связь.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аудитории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4434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140" kern="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4434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монорепозиторий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371600"/>
            <a:ext cx="4617720" cy="3429000"/>
          </a:xfrm>
          <a:prstGeom prst="roundRect">
            <a:avLst>
              <a:gd name="adj" fmla="val 2400"/>
            </a:avLst>
          </a:prstGeom>
          <a:solidFill>
            <a:srgbClr val="1B2B33"/>
          </a:solidFill>
          <a:ln w="12700">
            <a:solidFill>
              <a:srgbClr val="2C43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1627632"/>
            <a:ext cx="118872" cy="118872"/>
          </a:xfrm>
          <a:prstGeom prst="ellipse">
            <a:avLst/>
          </a:prstGeom>
          <a:solidFill>
            <a:srgbClr val="F2A541"/>
          </a:solidFill>
          <a:ln w="6350">
            <a:solidFill>
              <a:srgbClr val="F2A5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15784" y="1627632"/>
            <a:ext cx="118872" cy="118872"/>
          </a:xfrm>
          <a:prstGeom prst="ellipse">
            <a:avLst/>
          </a:prstGeom>
          <a:solidFill>
            <a:srgbClr val="CDE7E3"/>
          </a:solidFill>
          <a:ln w="6350">
            <a:solidFill>
              <a:srgbClr val="CDE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53528" y="1627632"/>
            <a:ext cx="118872" cy="118872"/>
          </a:xfrm>
          <a:prstGeom prst="ellipse">
            <a:avLst/>
          </a:prstGeom>
          <a:solidFill>
            <a:srgbClr val="8FA3A8"/>
          </a:solidFill>
          <a:ln w="6350">
            <a:solidFill>
              <a:srgbClr val="8FA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2057400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150" b="1" dirty="0">
                <a:solidFill>
                  <a:srgbClr val="CDE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session create --private</a:t>
            </a:r>
            <a:endParaRPr lang="en-US" sz="11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invite: @candidate · stack matched</a:t>
            </a:r>
            <a:endParaRPr lang="en-US" sz="11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150" dirty="0">
                <a:solidFill>
                  <a:srgbClr val="8FA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editor: yjs crdt · live cursors</a:t>
            </a:r>
            <a:endParaRPr lang="en-US" sz="11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hint 2/3: «учти граничные случаи»</a:t>
            </a:r>
            <a:endParaRPr lang="en-US" sz="11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150" b="1" dirty="0">
                <a:solidFill>
                  <a:srgbClr val="CDE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feedback: 8/10 · saved to history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Краткий план: продукт · архитектура · этапы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к интервью — вслепую и в одиночку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1772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 и долго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310128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Мок-интервью с практикующим экспертом стоят денег и требуют согласования календарей двух занятых людей.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6986" y="1783080"/>
            <a:ext cx="341772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9594" y="20574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9594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9594" y="2761488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 кем практиковаться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79594" y="3310128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Учащимся негде найти собеседника того же стека и уровня: чаты и разрозненные сервисы не дают пары.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3893" y="1783080"/>
            <a:ext cx="3417722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501" y="205740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6501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26501" y="2761488"/>
            <a:ext cx="28325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обратной связи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26501" y="3310128"/>
            <a:ext cx="28325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интервью не остаётся ни оценки, ни разбора, ни истории — прогресс невозможно измерить.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Итог: практики мало, она не измеряется и не воспроизводится.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платформа — обе стороны найма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без затрат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553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участника: стек, уровень, опыт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фильтры по стеку и уровню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Взаимные мок-интервью один на один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сессия на двоих по отклику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оценки и лидерборд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85232" cy="3246120"/>
          </a:xfrm>
          <a:prstGeom prst="roundRect">
            <a:avLst>
              <a:gd name="adj" fmla="val 2535"/>
            </a:avLst>
          </a:prstGeom>
          <a:solidFill>
            <a:srgbClr val="FBF0DF"/>
          </a:solidFill>
          <a:ln w="9525">
            <a:solidFill>
              <a:srgbClr val="FBF0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11680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РАБОТОДАТЕЛИ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29400" y="2286000"/>
            <a:ext cx="4553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Интервью в одном окне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29400" y="2926080"/>
            <a:ext cx="4553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с камерой и общим редактором кода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сессии с паролем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кода кандидата в песочнице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ИИ вместо готового ответа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0–10 и обратная связь после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основа — код в реальном времени, ИИ-ассистент и единая история собеседований.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Ключевой функционал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019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26464" y="19202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и приглашения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Публичные и закрытые сессии с паролем, приглашение участников ссылкой.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6986" y="16459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3018" y="19019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301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73370" y="19202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редактор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43018" y="23591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 CRDT, подсветка, автокомплит, курсоры всех участников, запуск кода.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6459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9925" y="19019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9925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20277" y="19202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участников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89925" y="23591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со стеком и уровнем, отклик в один клик, автосессия на двоих.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5021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5204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ИИ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" y="39593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попытки за интервью, наводящий вопрос вместо ответа, подсказку видят все.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6986" y="32461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3018" y="35021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3018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73370" y="35204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43018" y="39593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после интервью: оценка 0–10 и разбор, сохранение в историю.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3893" y="3246120"/>
            <a:ext cx="341772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9925" y="350215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9925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20277" y="3520440"/>
            <a:ext cx="23753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и лидерборд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89925" y="3959352"/>
            <a:ext cx="29056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Прошлые сессии и оценки, топ участников по числу собеседований.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Плюс: видеосозвоны на LiveKit, уведомления в Telegram и по SSE, личный кабинет и админ-панель.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 интервью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Создаётся открытая или закрытая сессия, генерируется ссылка-приглашение.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30363" y="1911096"/>
            <a:ext cx="219456" cy="219456"/>
          </a:xfrm>
          <a:prstGeom prst="rightArrow">
            <a:avLst/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7251" y="1783080"/>
            <a:ext cx="475488" cy="475488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7251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77251" y="2450592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77251" y="27889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участник приходит по ссылке, из витрины или через матчмейкинг.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67534" y="1911096"/>
            <a:ext cx="219456" cy="219456"/>
          </a:xfrm>
          <a:prstGeom prst="rightArrow">
            <a:avLst/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4422" y="1783080"/>
            <a:ext cx="475488" cy="475488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1442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14422" y="2450592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14422" y="27889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редактор на Yjs: правки, курсоры и подсветка видны всем сразу.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04705" y="1911096"/>
            <a:ext cx="219456" cy="219456"/>
          </a:xfrm>
          <a:prstGeom prst="rightArrow">
            <a:avLst/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593" y="1783080"/>
            <a:ext cx="475488" cy="475488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51593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51593" y="2450592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51593" y="27889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даёт наводящую подсказку — не более трёх раз, её видят все.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41876" y="1911096"/>
            <a:ext cx="219456" cy="219456"/>
          </a:xfrm>
          <a:prstGeom prst="rightArrow">
            <a:avLst/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8764" y="1783080"/>
            <a:ext cx="475488" cy="475488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876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88764" y="2450592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88764" y="2788920"/>
            <a:ext cx="19628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0–10, обратная связь и запись в историю собеседований.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61772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61772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сессия — один сквозной сценарий: от приглашения до сохранённого результата. Всё состояние живёт в сервисах, а не в браузере.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Монорепозиторий: 8 приложений и 12 общих пакетов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99616"/>
            <a:ext cx="22402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184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8928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· FSD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22402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328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apps/landing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SSG / SEO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22402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47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apps/ui-docs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721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· UI Kit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315968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@packages/*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api · dto · i18n · editor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920240"/>
            <a:ext cx="26974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039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20440" y="231343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REST · Prisma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OpenAPI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PBAC · Redis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78308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1B2B33"/>
          </a:solidFill>
          <a:ln w="12700">
            <a:solidFill>
              <a:srgbClr val="2C43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9019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apps/realtime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21762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WebSocket / SSE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 relay · Redis Streams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92240" y="2880360"/>
            <a:ext cx="2331720" cy="914400"/>
          </a:xfrm>
          <a:prstGeom prst="roundRect">
            <a:avLst>
              <a:gd name="adj" fmla="val 9000"/>
            </a:avLst>
          </a:prstGeom>
          <a:solidFill>
            <a:srgbClr val="1B2B33"/>
          </a:solidFill>
          <a:ln w="12700">
            <a:solidFill>
              <a:srgbClr val="2C43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9992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apps/code-runner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327355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Judge0 (isolate)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запуск кода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89720" y="1783080"/>
            <a:ext cx="235915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190195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apps/telegram-bot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372600" y="217627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· уведомления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старте сессии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89720" y="2880360"/>
            <a:ext cx="235915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299923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72600" y="32735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WebRTC-комнаты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и аудио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2679192"/>
            <a:ext cx="365760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679192"/>
            <a:ext cx="365760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2679192"/>
            <a:ext cx="274320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4315968"/>
            <a:ext cx="821131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38912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между сервисами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20440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по OpenAPI · WebSocket и SSE для событий · RabbitMQ для очередей · Redis Pub/Sub для комнат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212080"/>
            <a:ext cx="2487854" cy="566928"/>
          </a:xfrm>
          <a:prstGeom prst="roundRect">
            <a:avLst>
              <a:gd name="adj" fmla="val 14516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12080"/>
            <a:ext cx="2487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47974" y="5212080"/>
            <a:ext cx="2487854" cy="566928"/>
          </a:xfrm>
          <a:prstGeom prst="roundRect">
            <a:avLst>
              <a:gd name="adj" fmla="val 14516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974" y="5212080"/>
            <a:ext cx="2487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55868" y="5212080"/>
            <a:ext cx="2487854" cy="566928"/>
          </a:xfrm>
          <a:prstGeom prst="roundRect">
            <a:avLst>
              <a:gd name="adj" fmla="val 14516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5868" y="5212080"/>
            <a:ext cx="2487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63761" y="5212080"/>
            <a:ext cx="2487854" cy="566928"/>
          </a:xfrm>
          <a:prstGeom prst="roundRect">
            <a:avLst>
              <a:gd name="adj" fmla="val 14516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63761" y="5212080"/>
            <a:ext cx="2487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S3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Технологии по слоям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8308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03120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D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 · landing · ui-docs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2395728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(App Router), React, TypeScript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FSD: слайсы, сегменты, публичные API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поверх Orval-клиента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Kit на shadcn/ui + Tailwind-токены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как живая документация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через @packages/i18n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976" y="155448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78308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72584" y="2103120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D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2584" y="2395728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NestJS: модули, guards, interceptors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+ PostgreSQL, 32 миграции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Redis: сессии, кэш, pub/sub, ревокации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RabbitMQ: очереди и фоновые задачи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ролевая и атрибутная модель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как контракт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872" y="1554480"/>
            <a:ext cx="3429000" cy="3337560"/>
          </a:xfrm>
          <a:prstGeom prst="roundRect">
            <a:avLst>
              <a:gd name="adj" fmla="val 2466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83080"/>
            <a:ext cx="2843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и 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0" y="2103120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D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realtime · code-runner · telegram-bot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2395728"/>
            <a:ext cx="28437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1.26, Chi router, coder/websocket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 CRDT, «dumb relay» без парсинга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Streams: дельты документов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для нотификаций и бейджей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CE в песочнице isolate</a:t>
            </a:r>
            <a:endParaRPr lang="en-US" sz="11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для WebRTC-комнат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911535" cy="713232"/>
          </a:xfrm>
          <a:prstGeom prst="roundRect">
            <a:avLst>
              <a:gd name="adj" fmla="val 11538"/>
            </a:avLst>
          </a:prstGeom>
          <a:solidFill>
            <a:srgbClr val="E7F2F0"/>
          </a:solidFill>
          <a:ln w="9525">
            <a:solidFill>
              <a:srgbClr val="E7F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20640"/>
            <a:ext cx="10180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9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Инструменты: pnpm + Turborepo · Biome · Docker Compose · husky + commitlint · Jest и go test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Совместная работа и защита данных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63093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Realtime-сервис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Yjs CRDT и «dumb relay»: сервер не разбирает документ, только пересылает обновления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горутины на клиента (ReadPump / WritePump), неблокирующая отправка и защита от медленных потребителей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Дельты хранятся в Redis Streams per-task doc, комнаты масштабируются через Pub/Sub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ревокация: logout закрывает соединение с кодом 1008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78040" y="1627632"/>
            <a:ext cx="4370832" cy="3794760"/>
          </a:xfrm>
          <a:prstGeom prst="roundRect">
            <a:avLst>
              <a:gd name="adj" fmla="val 2169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8288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0" y="22860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Одноразовый тикет на WebSocket-подключение, привязанный к сессии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Live-проверка сессии в Redis при каждом запросе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PBAC: динамические роли и права в JWT claims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в песочнице isolate с лимитами CPU и памяти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Origin, rate limiting, чёрные списки токенов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зафиксированы в 6 ADR: аутентификация WS, таймзоны, песочница, хранилище и другие.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источник правды для API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7877" y="2176272"/>
            <a:ext cx="237744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9629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9629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7426" y="2176272"/>
            <a:ext cx="237744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9178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9178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76976" y="2176272"/>
            <a:ext cx="237744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8728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@packages/api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56525" y="2176272"/>
            <a:ext cx="237744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8277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F6F8F9"/>
          </a:solidFill>
          <a:ln w="12700">
            <a:solidFill>
              <a:srgbClr val="DDE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8277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6074" y="2176272"/>
            <a:ext cx="237744" cy="219456"/>
          </a:xfrm>
          <a:prstGeom prst="rightArrow">
            <a:avLst/>
          </a:prstGeom>
          <a:solidFill>
            <a:srgbClr val="CDE7E3"/>
          </a:solidFill>
          <a:ln w="9525">
            <a:solidFill>
              <a:srgbClr val="CDE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37826" y="1874520"/>
            <a:ext cx="1513789" cy="822960"/>
          </a:xfrm>
          <a:prstGeom prst="roundRect">
            <a:avLst>
              <a:gd name="adj" fmla="val 10000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7826" y="1874520"/>
            <a:ext cx="15137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codegen пересобирает спецификацию и клиент — типы не расходятся с бэкендом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codegen:check в CI падает, если сгенерированный клиент не закоммичен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схемы и DTO живут в @packages/dto — валидация одинаковая на клиенте и сервере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35240" y="3246120"/>
            <a:ext cx="3913632" cy="1737360"/>
          </a:xfrm>
          <a:prstGeom prst="roundRect">
            <a:avLst>
              <a:gd name="adj" fmla="val 4737"/>
            </a:avLst>
          </a:prstGeom>
          <a:solidFill>
            <a:srgbClr val="FBF0DF"/>
          </a:solidFill>
          <a:ln w="9525">
            <a:solidFill>
              <a:srgbClr val="FBF0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09560" y="3749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на бэкенде видно фронтенду на этапе компиляции, а не в продакшене.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Единая цепочка контракта: от декоратора NestJS до типизированного хука в React.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в цифрах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32688" y="25694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приложений в монорепозитории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437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landing, api, realtime, code-runner, telegram-bot, livekit, ui-docs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9976" y="16916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672584" y="25694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общих пакетов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72584" y="28437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icons, api, dto, types, utils, hooks, i18n, editor, email, observability, tailwind-config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412480" y="25694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доменных модулей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8437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sessions, users, matchmaking, showcase, notifications, storage и другие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32688" y="43982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базы данных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46725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схемы Prisma от первой версии до текущей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79976" y="3520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472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4672584" y="43982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коммита в истории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72584" y="46725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итерационная разработка по PR с ревью и защитой веток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19872" y="3520440"/>
            <a:ext cx="3429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412480" y="4398264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архитектурных решений (ADR)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672584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WS, таймзоны, песочница, хранилище и другие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кодовой базы на текущий момент — по данным репозитория.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Этапы развития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38528"/>
            <a:ext cx="310896" cy="310896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Фундамент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 и сессии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данных и миграции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права (RBAC / PBAC)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Монорепозиторий и кодогенерация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6544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10864" y="1938528"/>
            <a:ext cx="310896" cy="310896"/>
          </a:xfrm>
          <a:prstGeom prst="ellipse">
            <a:avLst/>
          </a:prstGeom>
          <a:solidFill>
            <a:srgbClr val="0D6E6E"/>
          </a:solidFill>
          <a:ln w="9525">
            <a:solidFill>
              <a:srgbClr val="0D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0864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10864" y="2395728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10864" y="301752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WebSocket-сервис на Go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Совместный редактор на Yjs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Видеокомнаты на LiveKit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Чат, SSE-уведомления, бот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7328" y="1938528"/>
            <a:ext cx="310896" cy="310896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7328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07328" y="2395728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7328" y="301752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 матчмейкинг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Подсказки ИИ (3 попытки)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и оценки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История, лидерборд, кабинет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9471" y="1691640"/>
            <a:ext cx="2522144" cy="3246120"/>
          </a:xfrm>
          <a:prstGeom prst="roundRect">
            <a:avLst>
              <a:gd name="adj" fmla="val 3263"/>
            </a:avLst>
          </a:prstGeom>
          <a:solidFill>
            <a:srgbClr val="F6F8F9"/>
          </a:solidFill>
          <a:ln w="9525">
            <a:solidFill>
              <a:srgbClr val="F6F8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3791" y="1938528"/>
            <a:ext cx="310896" cy="310896"/>
          </a:xfrm>
          <a:prstGeom prst="ellipse">
            <a:avLst/>
          </a:prstGeom>
          <a:solidFill>
            <a:srgbClr val="F2A541"/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3791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03791" y="2395728"/>
            <a:ext cx="197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и запуск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3791" y="3017520"/>
            <a:ext cx="1973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Тесты: Jest, go test, e2e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Песочница кода и лимиты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 и алерты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Прод-стек в Docker Compose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1663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 заканчивается рабочим инкрементом продукта и обновлённой документацией.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327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MockInterviewAI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11535" y="63276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46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Следующие шаги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Вывести видеосозвоны в прод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0" y="17830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уже интегрирован: лобби, сетка участников, шаринг экрана и чат.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Нагрузочно проверить realtime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27432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Профилировать комнаты, Redis Streams и code-runner под параллельные сессии.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Развить ИИ-подсказки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37033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Улучшать качество наводящих вопросов и собирать аналитику по сессиям.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Открыть витрину и лидерборд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466344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запуск матчмейкинга для кандидатов и пилотов с работодателями.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8FA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 интервью — там, где вы и так работаете: в коде, в звонке и в реальном времени.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MockInterviewAI — краткий обзор проекта</dc:title>
  <dc:subject>Продукт, архитектура и план развития</dc:subject>
  <dc:creator>MockInterviewAI</dc:creator>
  <cp:lastModifiedBy>MockInterviewAI</cp:lastModifiedBy>
  <cp:revision>1</cp:revision>
  <dcterms:created xsi:type="dcterms:W3CDTF">2026-10-31T13:43:22Z</dcterms:created>
  <dcterms:modified xsi:type="dcterms:W3CDTF">2026-10-31T13:43:22Z</dcterms:modified>
</cp:coreProperties>
</file>